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InHealth Chronic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Calibri"/>
              </a:defRPr>
            </a:pPr>
            <a:r>
              <a:t>Unified Autonomous Agentic AI Platform for Chronic Disease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CAF9"/>
                </a:solidFill>
                <a:latin typeface="Calibri"/>
              </a:defRPr>
            </a:pPr>
            <a:r>
              <a:t>Technical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B5F6"/>
                </a:solidFill>
                <a:latin typeface="Calibri"/>
              </a:defRPr>
            </a:pPr>
            <a:r>
              <a:t>430+ Files  |  20 Docker Services  |  25+ AI Agents  |  15 Django Apps  |  14 FHIR R4 Resources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1161288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PRESENTATION LAYER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React 18 + TypeScript + TailwindCSS + shadcn/ui + Recharts + Zustand + PWA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61288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NGINX REVERSE PROXY (Port 8788)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/ → Frontend  |  /api/ → Django  |  /ws/ → Channels  |  /agents/ → FastAPI  |  /mcp/ → MCP Server  |  /a2a/ → A2A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77440"/>
            <a:ext cx="5669280" cy="146304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BACKEND API — Django 5 + DRF + Channels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15 Apps: accounts, tenants, fhir, hl7, patients, clinical,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analytics, notifications, mcp_bridge, a2a_bridge,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research, telemedicine, billing, sdoh, dashboard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ML: LSTM, XGBoost, Random Forest, HMM, Digital Twin, Federated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77440"/>
            <a:ext cx="5669280" cy="14630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NODE.JS GATEWAY SERVICES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MCP Server (3001): Tool Registry, Context Mgmt, LLM Proxy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A2A Gateway (3002): Agent Cards, Task Delegation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OpenTelemetry + Langfuse Tracing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023360"/>
            <a:ext cx="11612880" cy="12801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AGENT ORCHESTRATION — FastAPI + LangGraph + LangChain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LangGraph Supervisor → 25+ Agents across 5 Tiers + Research + Security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T1 Monitoring → T2 Diagnostic → T3 Risk → T4 Intervention → T5 Action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Tools: FHIR Query | Neo4j Cypher | Qdrant RAG | NL2SQL | Geospatial | Whisper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394960"/>
            <a:ext cx="11612880" cy="1188720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PostgreSQL 15 (FHIR R4 + PostGIS + pg_vector + multi-tenant)  |  Neo4j 5 (Clinical Knowledge Graph, 11 node types)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Qdrant (5 vector collections for RAG)  |  Redis 7 (Cache, Celery Broker, A2A PubSub)  |  Ollama/Llama 3.2 (Local LLM)  |  MinIO (Object Storage)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25+ Autonomous AI Agents — 5-Tier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11612880" cy="54864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LangGraph Supervisor — StateGraph with Conditional Routing, Parallel Execution, HITL Checkpoints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103120" cy="182880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T1: MONITORING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Glucose (LSTM CGM)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Cardiac (ECG/vitals)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Activity (Wearable)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Temperature (Fever)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645920"/>
            <a:ext cx="2103120" cy="18288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T2: DIAGNOSTIC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ECG (STEMI detect)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Kidney (eGFR trend)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Imaging (AI radiology)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Lab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2468880" cy="182880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T3: RISK ASSESSMENT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Comorbidity Risk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Prediction (XGBoost + RAG)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Family History (Neo4j)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SDOH Risk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ML Ensemble (Attention)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645920"/>
            <a:ext cx="2103120" cy="1828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T4: INTERVENTION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Lifestyle Coaching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Prescription (RAG)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Contraindication Check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Triage &amp; Emergency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645920"/>
            <a:ext cx="2103120" cy="18288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T5: ACTION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Physician Notify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Patient Notify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Scheduling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EHR Integration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Billing / RPM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657600"/>
            <a:ext cx="5486400" cy="13716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RESEARCH SYSTEM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Literature Agent (PubMed/Semantic Scholar)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Synthesis Agent (Evidence Grading A/B/C)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Trial Matching (ClinicalTrials.gov)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Guideline Update Agent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Clinical Q&amp;A (RAG)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657600"/>
            <a:ext cx="2743200" cy="13716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SECURITY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PHI Detector (Presidio)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Prompt Guardrails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Audit Logger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Hallucination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657600"/>
            <a:ext cx="3017520" cy="1371600"/>
          </a:xfrm>
          <a:prstGeom prst="round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AGENT TOOLS (LangChain)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FHIR Query | Neo4j Cypher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Qdrant Search | NL2SQL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Notification Dispatch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Geospatial Hospital Routing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Whisper Voice Transcription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212080"/>
            <a:ext cx="11612880" cy="457200"/>
          </a:xfrm>
          <a:prstGeom prst="round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Redis A2A Message Bus — 7 Channels | Typed Messages: ALERT, REQUEST, RESPONSE, DATA_UPDATE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852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Calibri"/>
              </a:defRPr>
            </a:pPr>
            <a:r>
              <a:t>All agents traced via Langfuse  |  Celery for scheduled background jobs  |  HITL for critical clinical decisions  |  Health-literacy adapted patient messaging (5 levels)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Layer — Multi-Database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657600" cy="2286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PostgreSQL 15 (Port 5588)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FHIR R4 Schema (14 resources)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Clinical EMR Schema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Analytics/Population Health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Tenant Schema (per-org isolation)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HIPAA Audit Schema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pg_vector extension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PostGIS geospatial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Multi-tenant: schema-per-org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05840"/>
            <a:ext cx="3657600" cy="2286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Neo4j 5.12 (Bolt 7688)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11 Node Types (Patient, Disease,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Medication, Gene, etc.)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17 Relationship Types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Drug interaction detection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PageRank risk scoring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APOC + Graph Data Science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Tenant-scoped labels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Seed: 100+ drugs, diseases, guidelines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005840"/>
            <a:ext cx="3931920" cy="22860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Qdrant Vector DB (Port 6388)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 Collections (1536-dim embeddings):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clinical_guidelines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medical_literature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patient_notes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drug_information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disease_knowledge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RAG pipeline for agent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474720"/>
            <a:ext cx="2743200" cy="1828800"/>
          </a:xfrm>
          <a:prstGeom prst="round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Redis 7 (Port 6489)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Cache Layer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Celery Broker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A2A PubSub Bus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Session Store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Tenant-prefixed keyspaces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474720"/>
            <a:ext cx="2926080" cy="182880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Ollama LLM (Port 11788)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Primary: Llama 3.2 (local, HIPAA)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Fallback: Claude API, GPT-4o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Embeddings: sentence-transformers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All calls traced via Langfuse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PHI redaction before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474720"/>
            <a:ext cx="2743200" cy="18288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MinIO (API 9588)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Medical images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Clinical reports/PDFs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ML model artifacts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FHIR document storage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S3-compatible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474720"/>
            <a:ext cx="2743200" cy="1828800"/>
          </a:xfrm>
          <a:prstGeom prst="round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Celery + Beat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Distributed task queue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Scheduled monitoring loops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Batch analytics jobs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Report generation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Async notification dispatch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5778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All databases support tenant isolation  |  PostgreSQL: schema-per-org  |  Neo4j: tenant-scoped labels  |  Qdrant: tenant metadata filters  |  Redis: keyspace prefixes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Healthcare Interoperability &amp; HIPAA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657600" cy="2286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FHIR R4 (14 Resources)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Patient, Observation, Condition,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MedicationRequest, DiagnosticReport,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Appointment, CarePlan,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AllergyIntolerance, Encounter,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Procedure, Immunization,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DocumentReference, Bundle,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CapabilityStatement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05840"/>
            <a:ext cx="3657600" cy="22860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HL7 v2 Message Processing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ADT — Admit/Discharge/Transfer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ORU — Lab/Observation Results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ORM — Order Messages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MLLP Listener Endpoint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Message Queue + Processor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Auto-map to FHIR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005840"/>
            <a:ext cx="3931920" cy="22860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HIPAA Technical Safeguards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AES-256 encryption at rest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TLS 1.3 encryption in transit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JWT (15min) + refresh (7 days)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OAuth2 + TOTP 2FA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8 RBAC roles (django-guardian)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PHI auto-redaction (presidio)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Immutable audit log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Rate limiting per tenant/user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474720"/>
            <a:ext cx="2743200" cy="1828800"/>
          </a:xfrm>
          <a:prstGeom prst="round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Coding Standards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LOINC (labs/vitals)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SNOMED CT (conditions)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ICD-10/ICD-11 (diagnoses)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RxNorm (medications)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CPT (billing procedures)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474720"/>
            <a:ext cx="2926080" cy="18288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MCP Protocol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Tool Registry (8 tools)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Context Distribution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Patient data aggregation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LLM proxy with PHI filter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Auth middleware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474720"/>
            <a:ext cx="2743200" cy="18288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A2A Protocol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Agent Card Registry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.well-known/agent.json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Task Delegation/Routing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Protocol Versioning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7-Channel Message Bus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474720"/>
            <a:ext cx="2743200" cy="1828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External Integrations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PubMed E-utilities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ClinicalTrials.gov API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Semantic Scholar API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Twilio (SMS)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WebRTC (Telemedicine)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Observability &amp; Monitoring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743200" cy="22860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Prometheus (9390)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Metrics Scraping: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Django request latency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Agent execution time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Celery queue depth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DB query time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LLM token usage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Critical alert 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005840"/>
            <a:ext cx="2926080" cy="2286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Grafana (9391)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 Dashboards: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Agent Operations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Clinical Overview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System Health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Population Health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LLM Cost Tracking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Auto-provisioned via 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05840"/>
            <a:ext cx="2743200" cy="22860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Langfuse (3488)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LLM Observability: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Trace all LLM calls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Agent evaluations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Cost tracking per agent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Faithfulness scores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Relevance metrics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Token usage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005840"/>
            <a:ext cx="2743200" cy="2286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OpenTelemetry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Distributed Tracing: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Django instrumentation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FastAPI instrumentation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Psycopg2 (DB calls)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Redis instrumentation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HTTPX (external calls)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Custom agent_span()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474720"/>
            <a:ext cx="5486400" cy="13716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Alertmanager (9393)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 Alert Rule Sets: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Agent alerts (failure rate, latency p99)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Clinical alerts (critical patient thresholds)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Infrastructure alerts (CPU, memory, disk)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Routing: PagerDuty + Slack +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474720"/>
            <a:ext cx="5943600" cy="137160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Infrastructure — Docker Compose (20 services)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All services containerized with health checks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Nginx reverse proxy routing all traffic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Kubernetes Helm charts for production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Docker network isolation (HIPAA)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Secrets via environment variables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Graceful degradation on service failure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Frontend — 17 Pages, Dark Mode, PWA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743200" cy="210312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Patient Portal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Vitals Dashboard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Medication Management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Appointment Booking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Secure Messaging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Health Goals (Gamified)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Education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005840"/>
            <a:ext cx="2926080" cy="21031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Clinician Dashboard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Risk-stratified Patient List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Real-time Vitals Monitor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 Recommendation Panel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Care Gap Alerts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HITL Decision Interface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Smart Order 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05840"/>
            <a:ext cx="2743200" cy="210312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Agent Control Panel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25-Agent Status Grid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Execution Traces/Logs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Agent Activity Timeline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Langfuse Integration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Trigger Controls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Performance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005840"/>
            <a:ext cx="2743200" cy="21031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Analytics Console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Population Health Charts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Cohort Analysis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Risk Score Gauges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Fairness Analysis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What-If Simulator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Predictive Models Viz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91840"/>
            <a:ext cx="2743200" cy="18288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Research Interface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Natural Language Q&amp;A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Literature Search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Evidence Synthesis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Clinical Trial Matching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Citation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291840"/>
            <a:ext cx="2926080" cy="18288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Admin &amp; Settings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Multi-Tenant Management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User Management / RBAC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System Health Monitor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Branding Configuration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API Key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91840"/>
            <a:ext cx="2743200" cy="182880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Billing &amp; Telemedicine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RCM Dashboard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Claims Tracking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RPM Billing Codes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Video Consultation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AI-Assisted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3291840"/>
            <a:ext cx="2743200" cy="1828800"/>
          </a:xfrm>
          <a:prstGeom prst="round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Vite Build Tool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TailwindCSS + shadcn/ui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Zustand State Mgmt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TanStack Query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Recharts + D3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WebSocket Real-time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InHealth Chronic Care — 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Source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Docker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Django Apps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546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947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FHIR R4 Resources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01752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1546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7947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ML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01752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947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Vector Collections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01752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1546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7947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Grafana Dashboards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66344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406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Frontend Pages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466344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800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4406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Healthcare Roles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66344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800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4406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LangChain Tools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4663440"/>
            <a:ext cx="2560320" cy="1371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4800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4406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Notification Channels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B5F6"/>
                </a:solidFill>
                <a:latin typeface="Calibri"/>
              </a:defRPr>
            </a:pPr>
            <a:r>
              <a:t>Multi-Tenant  |  HIPAA-Compliant  |  FHIR R4 + HL7 v2  |  MCP + A2A Protocols  |  Kubernetes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